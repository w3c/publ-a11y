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5"/>
  </p:normalViewPr>
  <p:slideViewPr>
    <p:cSldViewPr snapToGrid="0">
      <p:cViewPr varScale="1">
        <p:scale>
          <a:sx n="44" d="100"/>
          <a:sy n="44" d="100"/>
        </p:scale>
        <p:origin x="25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2" name="Shape 16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Whit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object 3"/>
          <p:cNvGrpSpPr/>
          <p:nvPr/>
        </p:nvGrpSpPr>
        <p:grpSpPr>
          <a:xfrm>
            <a:off x="12075699" y="-26922"/>
            <a:ext cx="12313052" cy="13769846"/>
            <a:chOff x="0" y="0"/>
            <a:chExt cx="12313050" cy="13769844"/>
          </a:xfrm>
        </p:grpSpPr>
        <p:sp>
          <p:nvSpPr>
            <p:cNvPr id="15" name="Rectangle"/>
            <p:cNvSpPr/>
            <p:nvPr/>
          </p:nvSpPr>
          <p:spPr>
            <a:xfrm>
              <a:off x="-1" y="-1"/>
              <a:ext cx="12313052" cy="13769846"/>
            </a:xfrm>
            <a:prstGeom prst="rect">
              <a:avLst/>
            </a:prstGeom>
            <a:solidFill>
              <a:srgbClr val="00224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algn="l" defTabSz="457200">
                <a:defRPr sz="1800">
                  <a:solidFill>
                    <a:srgbClr val="002244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16" name="c"/>
            <p:cNvSpPr txBox="1"/>
            <p:nvPr/>
          </p:nvSpPr>
          <p:spPr>
            <a:xfrm>
              <a:off x="-1" y="-1"/>
              <a:ext cx="12313052" cy="431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l" defTabSz="1828431">
                <a:defRPr sz="2800">
                  <a:solidFill>
                    <a:srgbClr val="002244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r>
                <a:t>c</a:t>
              </a:r>
            </a:p>
          </p:txBody>
        </p:sp>
      </p:grpSp>
      <p:pic>
        <p:nvPicPr>
          <p:cNvPr id="18" name="VS_Logo_Hor_(RGB).png" descr="VS_Logo_Hor_(RGB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3" y="12682728"/>
            <a:ext cx="3595993" cy="628718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267391" y="12847956"/>
            <a:ext cx="443167" cy="4597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2400">
                <a:solidFill>
                  <a:srgbClr val="88888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na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4"/>
          <p:cNvSpPr/>
          <p:nvPr/>
        </p:nvSpPr>
        <p:spPr>
          <a:xfrm>
            <a:off x="0" y="12259612"/>
            <a:ext cx="24384000" cy="1456390"/>
          </a:xfrm>
          <a:prstGeom prst="rect">
            <a:avLst/>
          </a:prstGeom>
          <a:solidFill>
            <a:srgbClr val="00224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l" defTabSz="457200">
              <a:defRPr sz="18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7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42" y="12690112"/>
            <a:ext cx="3595991" cy="628718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032033" y="12482832"/>
            <a:ext cx="443168" cy="4597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2400">
                <a:solidFill>
                  <a:srgbClr val="88888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object 3"/>
          <p:cNvGrpSpPr/>
          <p:nvPr/>
        </p:nvGrpSpPr>
        <p:grpSpPr>
          <a:xfrm>
            <a:off x="-12702" y="-7149"/>
            <a:ext cx="24409407" cy="13730299"/>
            <a:chOff x="-1" y="-1"/>
            <a:chExt cx="24409405" cy="13730298"/>
          </a:xfrm>
        </p:grpSpPr>
        <p:sp>
          <p:nvSpPr>
            <p:cNvPr id="35" name="Rectangle"/>
            <p:cNvSpPr/>
            <p:nvPr/>
          </p:nvSpPr>
          <p:spPr>
            <a:xfrm>
              <a:off x="12704" y="-2"/>
              <a:ext cx="24396701" cy="13730299"/>
            </a:xfrm>
            <a:prstGeom prst="rect">
              <a:avLst/>
            </a:prstGeom>
            <a:solidFill>
              <a:srgbClr val="002244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algn="l" defTabSz="457200">
                <a:defRPr sz="1800">
                  <a:solidFill>
                    <a:srgbClr val="002244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endParaRPr/>
            </a:p>
          </p:txBody>
        </p:sp>
        <p:sp>
          <p:nvSpPr>
            <p:cNvPr id="36" name="c"/>
            <p:cNvSpPr txBox="1"/>
            <p:nvPr/>
          </p:nvSpPr>
          <p:spPr>
            <a:xfrm>
              <a:off x="-2" y="-2"/>
              <a:ext cx="24396701" cy="419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l" defTabSz="1828431">
                <a:defRPr sz="2800">
                  <a:solidFill>
                    <a:srgbClr val="002244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c</a:t>
              </a:r>
            </a:p>
          </p:txBody>
        </p:sp>
      </p:grpSp>
      <p:pic>
        <p:nvPicPr>
          <p:cNvPr id="38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42" y="12683383"/>
            <a:ext cx="3595991" cy="628718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264117" y="12854307"/>
            <a:ext cx="446441" cy="4470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24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na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4"/>
          <p:cNvSpPr/>
          <p:nvPr/>
        </p:nvSpPr>
        <p:spPr>
          <a:xfrm>
            <a:off x="0" y="12259612"/>
            <a:ext cx="24384000" cy="1456390"/>
          </a:xfrm>
          <a:prstGeom prst="rect">
            <a:avLst/>
          </a:prstGeom>
          <a:solidFill>
            <a:srgbClr val="00224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l" defTabSz="457200">
              <a:defRPr sz="18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pPr>
            <a:endParaRPr/>
          </a:p>
        </p:txBody>
      </p:sp>
      <p:pic>
        <p:nvPicPr>
          <p:cNvPr id="56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42" y="12690112"/>
            <a:ext cx="3595991" cy="628718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028759" y="12489182"/>
            <a:ext cx="446441" cy="4470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24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5" name="Title Text"/>
          <p:cNvSpPr txBox="1">
            <a:spLocks noGrp="1"/>
          </p:cNvSpPr>
          <p:nvPr>
            <p:ph type="title"/>
          </p:nvPr>
        </p:nvSpPr>
        <p:spPr>
          <a:xfrm>
            <a:off x="745066" y="814914"/>
            <a:ext cx="21031202" cy="2651128"/>
          </a:xfrm>
          <a:prstGeom prst="rect">
            <a:avLst/>
          </a:prstGeom>
        </p:spPr>
        <p:txBody>
          <a:bodyPr anchor="t"/>
          <a:lstStyle>
            <a:lvl1pPr defTabSz="1828800">
              <a:lnSpc>
                <a:spcPct val="90000"/>
              </a:lnSpc>
              <a:defRPr sz="9000" b="1">
                <a:solidFill>
                  <a:srgbClr val="EC7D31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Title Text</a:t>
            </a:r>
          </a:p>
        </p:txBody>
      </p:sp>
      <p:sp>
        <p:nvSpPr>
          <p:cNvPr id="66" name="Body Level One…"/>
          <p:cNvSpPr txBox="1">
            <a:spLocks noGrp="1"/>
          </p:cNvSpPr>
          <p:nvPr>
            <p:ph type="body" idx="1"/>
          </p:nvPr>
        </p:nvSpPr>
        <p:spPr>
          <a:xfrm>
            <a:off x="745066" y="4280958"/>
            <a:ext cx="21031202" cy="7772401"/>
          </a:xfrm>
          <a:prstGeom prst="rect">
            <a:avLst/>
          </a:prstGeom>
        </p:spPr>
        <p:txBody>
          <a:bodyPr/>
          <a:lstStyle>
            <a:lvl1pPr marL="457200" indent="-457200" defTabSz="1828800">
              <a:lnSpc>
                <a:spcPct val="90000"/>
              </a:lnSpc>
              <a:spcBef>
                <a:spcPts val="2000"/>
              </a:spcBef>
              <a:buClrTx/>
              <a:buSzPct val="100000"/>
              <a:buFontTx/>
              <a:buChar char="▪"/>
              <a:defRPr sz="5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90600" indent="-533400" defTabSz="1828800">
              <a:lnSpc>
                <a:spcPct val="90000"/>
              </a:lnSpc>
              <a:spcBef>
                <a:spcPts val="2000"/>
              </a:spcBef>
              <a:buClrTx/>
              <a:buFontTx/>
              <a:buChar char="▪"/>
              <a:defRPr sz="5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554478" indent="-640078" defTabSz="1828800">
              <a:lnSpc>
                <a:spcPct val="90000"/>
              </a:lnSpc>
              <a:spcBef>
                <a:spcPts val="2000"/>
              </a:spcBef>
              <a:buClrTx/>
              <a:buFontTx/>
              <a:buChar char="▪"/>
              <a:defRPr sz="5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082800" indent="-711200" defTabSz="1828800">
              <a:lnSpc>
                <a:spcPct val="90000"/>
              </a:lnSpc>
              <a:spcBef>
                <a:spcPts val="2000"/>
              </a:spcBef>
              <a:buClrTx/>
              <a:buFontTx/>
              <a:buChar char="▪"/>
              <a:defRPr sz="5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540000" indent="-711200" defTabSz="1828800">
              <a:lnSpc>
                <a:spcPct val="90000"/>
              </a:lnSpc>
              <a:spcBef>
                <a:spcPts val="2000"/>
              </a:spcBef>
              <a:buClrTx/>
              <a:buFontTx/>
              <a:buChar char="▪"/>
              <a:defRPr sz="5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56893" y="12894121"/>
            <a:ext cx="534609" cy="528508"/>
          </a:xfrm>
          <a:prstGeom prst="rect">
            <a:avLst/>
          </a:prstGeom>
        </p:spPr>
        <p:txBody>
          <a:bodyPr anchor="ctr"/>
          <a:lstStyle>
            <a:lvl1pPr algn="r">
              <a:defRPr sz="24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le Text"/>
          <p:cNvSpPr txBox="1">
            <a:spLocks noGrp="1"/>
          </p:cNvSpPr>
          <p:nvPr>
            <p:ph type="title"/>
          </p:nvPr>
        </p:nvSpPr>
        <p:spPr>
          <a:xfrm>
            <a:off x="3048397" y="2244725"/>
            <a:ext cx="18290382" cy="4775202"/>
          </a:xfrm>
          <a:prstGeom prst="rect">
            <a:avLst/>
          </a:prstGeom>
        </p:spPr>
        <p:txBody>
          <a:bodyPr lIns="45718" tIns="45718" rIns="45718" bIns="45718"/>
          <a:lstStyle>
            <a:lvl1pPr algn="ctr" defTabSz="1828800">
              <a:lnSpc>
                <a:spcPct val="90000"/>
              </a:lnSpc>
              <a:defRPr sz="12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Title Text</a:t>
            </a:r>
          </a:p>
        </p:txBody>
      </p:sp>
      <p:sp>
        <p:nvSpPr>
          <p:cNvPr id="7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048397" y="7204075"/>
            <a:ext cx="18290382" cy="3311525"/>
          </a:xfrm>
          <a:prstGeom prst="rect">
            <a:avLst/>
          </a:prstGeom>
        </p:spPr>
        <p:txBody>
          <a:bodyPr lIns="45718" tIns="45718" rIns="45718" bIns="45718"/>
          <a:lstStyle>
            <a:lvl1pPr marL="0" indent="0" algn="ctr" defTabSz="1828800">
              <a:lnSpc>
                <a:spcPct val="90000"/>
              </a:lnSpc>
              <a:spcBef>
                <a:spcPts val="200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indent="0" algn="ctr" defTabSz="1828800">
              <a:lnSpc>
                <a:spcPct val="90000"/>
              </a:lnSpc>
              <a:spcBef>
                <a:spcPts val="200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indent="0" algn="ctr" defTabSz="1828800">
              <a:lnSpc>
                <a:spcPct val="90000"/>
              </a:lnSpc>
              <a:spcBef>
                <a:spcPts val="200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indent="0" algn="ctr" defTabSz="1828800">
              <a:lnSpc>
                <a:spcPct val="90000"/>
              </a:lnSpc>
              <a:spcBef>
                <a:spcPts val="200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indent="0" algn="ctr" defTabSz="1828800">
              <a:lnSpc>
                <a:spcPct val="90000"/>
              </a:lnSpc>
              <a:spcBef>
                <a:spcPts val="2000"/>
              </a:spcBef>
              <a:buClrTx/>
              <a:buSzTx/>
              <a:buFontTx/>
              <a:buNone/>
              <a:def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grpSp>
        <p:nvGrpSpPr>
          <p:cNvPr id="78" name="object 3"/>
          <p:cNvGrpSpPr/>
          <p:nvPr/>
        </p:nvGrpSpPr>
        <p:grpSpPr>
          <a:xfrm>
            <a:off x="1" y="-3"/>
            <a:ext cx="24387177" cy="13716002"/>
            <a:chOff x="0" y="-1"/>
            <a:chExt cx="24387176" cy="13716001"/>
          </a:xfrm>
        </p:grpSpPr>
        <p:sp>
          <p:nvSpPr>
            <p:cNvPr id="76" name="Rectangle"/>
            <p:cNvSpPr/>
            <p:nvPr/>
          </p:nvSpPr>
          <p:spPr>
            <a:xfrm>
              <a:off x="0" y="-2"/>
              <a:ext cx="24387177" cy="13716002"/>
            </a:xfrm>
            <a:prstGeom prst="rect">
              <a:avLst/>
            </a:prstGeom>
            <a:solidFill>
              <a:srgbClr val="0A2343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 algn="l" defTabSz="457200">
                <a:defRPr sz="1800">
                  <a:solidFill>
                    <a:srgbClr val="002244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endParaRPr/>
            </a:p>
          </p:txBody>
        </p:sp>
        <p:sp>
          <p:nvSpPr>
            <p:cNvPr id="77" name="c"/>
            <p:cNvSpPr txBox="1"/>
            <p:nvPr/>
          </p:nvSpPr>
          <p:spPr>
            <a:xfrm>
              <a:off x="2" y="-2"/>
              <a:ext cx="24387175" cy="419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l" defTabSz="1828432">
                <a:defRPr sz="2800">
                  <a:solidFill>
                    <a:srgbClr val="002244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c</a:t>
              </a:r>
            </a:p>
          </p:txBody>
        </p:sp>
      </p:grpSp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121" y="5838375"/>
            <a:ext cx="11687758" cy="203925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264115" y="12854306"/>
            <a:ext cx="446443" cy="447039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24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3.jpg" descr="image3.jpg"/>
          <p:cNvPicPr>
            <a:picLocks noChangeAspect="1"/>
          </p:cNvPicPr>
          <p:nvPr/>
        </p:nvPicPr>
        <p:blipFill>
          <a:blip r:embed="rId2"/>
          <a:srcRect t="6250" r="73333" b="78194"/>
          <a:stretch>
            <a:fillRect/>
          </a:stretch>
        </p:blipFill>
        <p:spPr>
          <a:xfrm>
            <a:off x="0" y="323850"/>
            <a:ext cx="4876800" cy="2133600"/>
          </a:xfrm>
          <a:prstGeom prst="rect">
            <a:avLst/>
          </a:prstGeom>
          <a:ln w="12700"/>
        </p:spPr>
      </p:pic>
      <p:sp>
        <p:nvSpPr>
          <p:cNvPr id="88" name="Object Placeholder"/>
          <p:cNvSpPr txBox="1">
            <a:spLocks noGrp="1"/>
          </p:cNvSpPr>
          <p:nvPr>
            <p:ph idx="3"/>
          </p:nvPr>
        </p:nvSpPr>
        <p:spPr>
          <a:xfrm>
            <a:off x="2381250" y="4331971"/>
            <a:ext cx="19621501" cy="9410701"/>
          </a:xfrm>
          <a:prstGeom prst="rect">
            <a:avLst/>
          </a:prstGeom>
        </p:spPr>
        <p:txBody>
          <a:bodyPr lIns="76200" tIns="76200" rIns="76200" bIns="76200" anchor="ctr"/>
          <a:lstStyle/>
          <a:p>
            <a:pPr marL="0" indent="0" algn="ctr" defTabSz="876300">
              <a:spcBef>
                <a:spcPts val="0"/>
              </a:spcBef>
              <a:buClrTx/>
              <a:buSzTx/>
              <a:buFontTx/>
              <a:buNone/>
              <a:defRPr sz="6000"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89" name="SUBHEAD IF NEEDED SUBHEAD IF NEEDED"/>
          <p:cNvSpPr txBox="1">
            <a:spLocks noGrp="1"/>
          </p:cNvSpPr>
          <p:nvPr>
            <p:ph type="body" sz="quarter" idx="21"/>
          </p:nvPr>
        </p:nvSpPr>
        <p:spPr>
          <a:xfrm>
            <a:off x="1799319" y="2936426"/>
            <a:ext cx="20802601" cy="914401"/>
          </a:xfrm>
          <a:prstGeom prst="rect">
            <a:avLst/>
          </a:prstGeom>
          <a:ln>
            <a:round/>
          </a:ln>
        </p:spPr>
        <p:txBody>
          <a:bodyPr lIns="76200" tIns="76200" rIns="76200" bIns="76200">
            <a:spAutoFit/>
          </a:bodyPr>
          <a:lstStyle>
            <a:lvl1pPr marL="60959" marR="60959" indent="0" defTabSz="1371600">
              <a:spcBef>
                <a:spcPts val="0"/>
              </a:spcBef>
              <a:buClr>
                <a:srgbClr val="929292"/>
              </a:buClr>
              <a:buSzTx/>
              <a:buFont typeface="Arial Black"/>
              <a:buNone/>
              <a:def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Black"/>
                <a:ea typeface="Arial Black"/>
                <a:cs typeface="Arial Black"/>
                <a:sym typeface="Arial Black"/>
              </a:rPr>
              <a:t>SUBHEAD IF NEEDED SUBHEAD IF NEEDED</a:t>
            </a:r>
          </a:p>
        </p:txBody>
      </p:sp>
      <p:sp>
        <p:nvSpPr>
          <p:cNvPr id="90" name="Image Page Title Here"/>
          <p:cNvSpPr txBox="1">
            <a:spLocks noGrp="1"/>
          </p:cNvSpPr>
          <p:nvPr>
            <p:ph type="body" sz="quarter" idx="22"/>
          </p:nvPr>
        </p:nvSpPr>
        <p:spPr>
          <a:xfrm>
            <a:off x="5045673" y="1040217"/>
            <a:ext cx="18192751" cy="1549401"/>
          </a:xfrm>
          <a:prstGeom prst="rect">
            <a:avLst/>
          </a:prstGeom>
          <a:ln>
            <a:round/>
          </a:ln>
        </p:spPr>
        <p:txBody>
          <a:bodyPr lIns="76200" tIns="76200" rIns="76200" bIns="76200">
            <a:spAutoFit/>
          </a:bodyPr>
          <a:lstStyle>
            <a:lvl1pPr marL="60959" marR="60959" indent="0" defTabSz="1371600">
              <a:spcBef>
                <a:spcPts val="0"/>
              </a:spcBef>
              <a:buClr>
                <a:srgbClr val="929292"/>
              </a:buClr>
              <a:buSzTx/>
              <a:buFont typeface="Arial Black"/>
              <a:buNone/>
              <a:defRPr sz="7800" spc="-292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sz="1800" spc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7800" spc="-292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Black"/>
                <a:ea typeface="Arial Black"/>
                <a:cs typeface="Arial Black"/>
                <a:sym typeface="Arial Black"/>
              </a:rPr>
              <a:t>Image Page Title Here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674907" y="13005841"/>
            <a:ext cx="422574" cy="401143"/>
          </a:xfrm>
          <a:prstGeom prst="rect">
            <a:avLst/>
          </a:prstGeom>
        </p:spPr>
        <p:txBody>
          <a:bodyPr lIns="76200" tIns="76200" rIns="76200" bIns="76200" anchor="ctr">
            <a:normAutofit/>
          </a:bodyPr>
          <a:lstStyle>
            <a:lvl1pPr algn="ctr" defTabSz="876300">
              <a:defRPr sz="2000">
                <a:solidFill>
                  <a:srgbClr val="999999"/>
                </a:solidFill>
                <a:uFill>
                  <a:solidFill>
                    <a:srgbClr val="999999"/>
                  </a:solidFill>
                </a:u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image3.jpg" descr="image3.jpg"/>
          <p:cNvPicPr>
            <a:picLocks noChangeAspect="1"/>
          </p:cNvPicPr>
          <p:nvPr/>
        </p:nvPicPr>
        <p:blipFill>
          <a:blip r:embed="rId2"/>
          <a:srcRect t="6250" r="73333" b="78194"/>
          <a:stretch>
            <a:fillRect/>
          </a:stretch>
        </p:blipFill>
        <p:spPr>
          <a:xfrm>
            <a:off x="0" y="323850"/>
            <a:ext cx="4876800" cy="2133600"/>
          </a:xfrm>
          <a:prstGeom prst="rect">
            <a:avLst/>
          </a:prstGeom>
          <a:ln w="12700"/>
        </p:spPr>
      </p:pic>
      <p:sp>
        <p:nvSpPr>
          <p:cNvPr id="99" name="Ratemposae perum eos sum faciist iditiur.…"/>
          <p:cNvSpPr txBox="1">
            <a:spLocks noGrp="1"/>
          </p:cNvSpPr>
          <p:nvPr>
            <p:ph type="body" sz="half" idx="21"/>
          </p:nvPr>
        </p:nvSpPr>
        <p:spPr>
          <a:xfrm>
            <a:off x="1761219" y="4075803"/>
            <a:ext cx="20859751" cy="5543551"/>
          </a:xfrm>
          <a:prstGeom prst="rect">
            <a:avLst/>
          </a:prstGeom>
        </p:spPr>
        <p:txBody>
          <a:bodyPr lIns="57150" tIns="57150" rIns="57150" bIns="57150">
            <a:spAutoFit/>
          </a:bodyPr>
          <a:lstStyle/>
          <a:p>
            <a:pPr marL="0" marR="60959" indent="0" defTabSz="1371600">
              <a:lnSpc>
                <a:spcPts val="6100"/>
              </a:lnSpc>
              <a:spcBef>
                <a:spcPts val="0"/>
              </a:spcBef>
              <a:buClr>
                <a:srgbClr val="929292"/>
              </a:buClr>
              <a:buSzPct val="100000"/>
              <a:buFont typeface="Arial"/>
              <a:buChar char="•"/>
              <a:defRPr sz="1800"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"/>
                <a:ea typeface="Arial"/>
                <a:cs typeface="Arial"/>
                <a:sym typeface="Arial"/>
              </a:rPr>
              <a:t> Ratemposae perum eos sum faciist iditiur.</a:t>
            </a:r>
          </a:p>
          <a:p>
            <a:pPr marL="0" marR="60959" indent="0" defTabSz="1371600">
              <a:lnSpc>
                <a:spcPts val="6100"/>
              </a:lnSpc>
              <a:spcBef>
                <a:spcPts val="0"/>
              </a:spcBef>
              <a:buClr>
                <a:srgbClr val="929292"/>
              </a:buClr>
              <a:buSzPct val="100000"/>
              <a:buFont typeface="Arial"/>
              <a:buChar char="•"/>
              <a:defRPr sz="1800"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"/>
                <a:ea typeface="Arial"/>
                <a:cs typeface="Arial"/>
                <a:sym typeface="Arial"/>
              </a:rPr>
              <a:t> Ratemposae perum eos sum faciist iditiur erestion.</a:t>
            </a:r>
          </a:p>
          <a:p>
            <a:pPr marL="0" marR="60959" indent="0" defTabSz="1371600">
              <a:lnSpc>
                <a:spcPts val="6100"/>
              </a:lnSpc>
              <a:spcBef>
                <a:spcPts val="0"/>
              </a:spcBef>
              <a:buClr>
                <a:srgbClr val="929292"/>
              </a:buClr>
              <a:buSzPct val="100000"/>
              <a:buFont typeface="Arial"/>
              <a:buChar char="•"/>
              <a:defRPr sz="1800"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"/>
                <a:ea typeface="Arial"/>
                <a:cs typeface="Arial"/>
                <a:sym typeface="Arial"/>
              </a:rPr>
              <a:t> Ratemposae perum eos sum faciist iditiur er.</a:t>
            </a:r>
          </a:p>
          <a:p>
            <a:pPr marL="0" marR="60959" indent="0" defTabSz="1371600">
              <a:lnSpc>
                <a:spcPts val="6100"/>
              </a:lnSpc>
              <a:spcBef>
                <a:spcPts val="0"/>
              </a:spcBef>
              <a:buClr>
                <a:srgbClr val="929292"/>
              </a:buClr>
              <a:buSzPct val="100000"/>
              <a:buFont typeface="Arial"/>
              <a:buChar char="•"/>
              <a:defRPr sz="1800"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"/>
                <a:ea typeface="Arial"/>
                <a:cs typeface="Arial"/>
                <a:sym typeface="Arial"/>
              </a:rPr>
              <a:t> Ratemposae perum eos sum faciist.</a:t>
            </a:r>
          </a:p>
          <a:p>
            <a:pPr marL="0" marR="60959" indent="0" defTabSz="1371600">
              <a:lnSpc>
                <a:spcPts val="6100"/>
              </a:lnSpc>
              <a:spcBef>
                <a:spcPts val="0"/>
              </a:spcBef>
              <a:buClr>
                <a:srgbClr val="929292"/>
              </a:buClr>
              <a:buSzPct val="100000"/>
              <a:buFont typeface="Arial"/>
              <a:buChar char="•"/>
              <a:defRPr sz="1800"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"/>
                <a:ea typeface="Arial"/>
                <a:cs typeface="Arial"/>
                <a:sym typeface="Arial"/>
              </a:rPr>
              <a:t> Ratemposae perum eos sum faciist iditiur.</a:t>
            </a:r>
          </a:p>
          <a:p>
            <a:pPr marL="0" marR="60959" indent="0" defTabSz="1371600">
              <a:lnSpc>
                <a:spcPts val="6100"/>
              </a:lnSpc>
              <a:spcBef>
                <a:spcPts val="0"/>
              </a:spcBef>
              <a:buClr>
                <a:srgbClr val="929292"/>
              </a:buClr>
              <a:buSzPct val="100000"/>
              <a:buFont typeface="Arial"/>
              <a:buChar char="•"/>
              <a:defRPr sz="1800"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"/>
                <a:ea typeface="Arial"/>
                <a:cs typeface="Arial"/>
                <a:sym typeface="Arial"/>
              </a:rPr>
              <a:t>Ratemposae perum eos sum faciist iditiur erestion.</a:t>
            </a:r>
          </a:p>
          <a:p>
            <a:pPr marL="0" marR="60959" indent="0" defTabSz="1371600">
              <a:lnSpc>
                <a:spcPts val="6100"/>
              </a:lnSpc>
              <a:spcBef>
                <a:spcPts val="0"/>
              </a:spcBef>
              <a:buClr>
                <a:srgbClr val="929292"/>
              </a:buClr>
              <a:buSzPct val="100000"/>
              <a:buFont typeface="Arial"/>
              <a:buChar char="•"/>
              <a:defRPr sz="1800"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"/>
                <a:ea typeface="Arial"/>
                <a:cs typeface="Arial"/>
                <a:sym typeface="Arial"/>
              </a:rPr>
              <a:t> Ratemposae perum eos sum faciist iditiur er.</a:t>
            </a:r>
          </a:p>
        </p:txBody>
      </p:sp>
      <p:sp>
        <p:nvSpPr>
          <p:cNvPr id="100" name="SUBHEAD IF NEEDED SUBHEAD IF NEEDED"/>
          <p:cNvSpPr txBox="1">
            <a:spLocks noGrp="1"/>
          </p:cNvSpPr>
          <p:nvPr>
            <p:ph type="body" sz="quarter" idx="22"/>
          </p:nvPr>
        </p:nvSpPr>
        <p:spPr>
          <a:xfrm>
            <a:off x="1799319" y="2936426"/>
            <a:ext cx="20802601" cy="876301"/>
          </a:xfrm>
          <a:prstGeom prst="rect">
            <a:avLst/>
          </a:prstGeom>
          <a:ln>
            <a:round/>
          </a:ln>
        </p:spPr>
        <p:txBody>
          <a:bodyPr lIns="57150" tIns="57150" rIns="57150" bIns="57150">
            <a:spAutoFit/>
          </a:bodyPr>
          <a:lstStyle>
            <a:lvl1pPr marL="60959" marR="60959" indent="0" defTabSz="1371600">
              <a:spcBef>
                <a:spcPts val="0"/>
              </a:spcBef>
              <a:buClr>
                <a:srgbClr val="929292"/>
              </a:buClr>
              <a:buSzTx/>
              <a:buFont typeface="Arial Black"/>
              <a:buNone/>
              <a:def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sz="18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42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Black"/>
                <a:ea typeface="Arial Black"/>
                <a:cs typeface="Arial Black"/>
                <a:sym typeface="Arial Black"/>
              </a:rPr>
              <a:t>SUBHEAD IF NEEDED SUBHEAD IF NEEDED</a:t>
            </a:r>
          </a:p>
        </p:txBody>
      </p:sp>
      <p:sp>
        <p:nvSpPr>
          <p:cNvPr id="101" name="Bullet Page Title Here"/>
          <p:cNvSpPr txBox="1">
            <a:spLocks noGrp="1"/>
          </p:cNvSpPr>
          <p:nvPr>
            <p:ph type="body" sz="quarter" idx="23"/>
          </p:nvPr>
        </p:nvSpPr>
        <p:spPr>
          <a:xfrm>
            <a:off x="5045673" y="1040217"/>
            <a:ext cx="18192751" cy="1549401"/>
          </a:xfrm>
          <a:prstGeom prst="rect">
            <a:avLst/>
          </a:prstGeom>
          <a:ln>
            <a:round/>
          </a:ln>
        </p:spPr>
        <p:txBody>
          <a:bodyPr lIns="76200" tIns="76200" rIns="76200" bIns="76200">
            <a:spAutoFit/>
          </a:bodyPr>
          <a:lstStyle>
            <a:lvl1pPr marL="60959" marR="60959" indent="0" defTabSz="1371600">
              <a:spcBef>
                <a:spcPts val="0"/>
              </a:spcBef>
              <a:buClr>
                <a:srgbClr val="929292"/>
              </a:buClr>
              <a:buSzTx/>
              <a:buFont typeface="Arial Black"/>
              <a:buNone/>
              <a:defRPr sz="7800" spc="-292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>
              <a:defRPr sz="1800" spc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pPr>
            <a:r>
              <a:rPr sz="7800" spc="-292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Arial Black"/>
                <a:ea typeface="Arial Black"/>
                <a:cs typeface="Arial Black"/>
                <a:sym typeface="Arial Black"/>
              </a:rPr>
              <a:t>Bullet Page Title Here</a:t>
            </a:r>
          </a:p>
        </p:txBody>
      </p:sp>
      <p:sp>
        <p:nvSpPr>
          <p:cNvPr id="10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42762" y="13030200"/>
            <a:ext cx="469901" cy="508000"/>
          </a:xfrm>
          <a:prstGeom prst="rect">
            <a:avLst/>
          </a:prstGeom>
        </p:spPr>
        <p:txBody>
          <a:bodyPr lIns="76200" tIns="76200" rIns="76200" bIns="76200">
            <a:normAutofit/>
          </a:bodyPr>
          <a:lstStyle>
            <a:lvl1pPr algn="ctr" defTabSz="876300">
              <a:defRPr sz="2400">
                <a:uFill>
                  <a:solidFill>
                    <a:srgbClr val="000000"/>
                  </a:solidFill>
                </a:u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whi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VS_Logo_Hor_(RGB).png" descr="VS_Logo_Hor_(RGB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3" y="12682728"/>
            <a:ext cx="3595992" cy="628717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264115" y="12854306"/>
            <a:ext cx="446443" cy="447039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24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lIns="50800" tIns="50800" rIns="50800" bIns="50800" anchor="ctr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Font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defRPr sz="1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584200">
              <a:defRPr sz="18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Title Text"/>
          <p:cNvSpPr txBox="1">
            <a:spLocks noGrp="1"/>
          </p:cNvSpPr>
          <p:nvPr>
            <p:ph type="title"/>
          </p:nvPr>
        </p:nvSpPr>
        <p:spPr>
          <a:xfrm>
            <a:off x="745066" y="814915"/>
            <a:ext cx="21031201" cy="2651127"/>
          </a:xfrm>
          <a:prstGeom prst="rect">
            <a:avLst/>
          </a:prstGeom>
        </p:spPr>
        <p:txBody>
          <a:bodyPr lIns="91439" tIns="91439" rIns="91439" bIns="91439" anchor="t"/>
          <a:lstStyle>
            <a:lvl1pPr defTabSz="1828800">
              <a:lnSpc>
                <a:spcPct val="90000"/>
              </a:lnSpc>
              <a:defRPr sz="9000" b="1">
                <a:solidFill>
                  <a:srgbClr val="EC7D31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r>
              <a:t>Title Text</a:t>
            </a:r>
          </a:p>
        </p:txBody>
      </p:sp>
      <p:sp>
        <p:nvSpPr>
          <p:cNvPr id="134" name="Body Level One…"/>
          <p:cNvSpPr txBox="1">
            <a:spLocks noGrp="1"/>
          </p:cNvSpPr>
          <p:nvPr>
            <p:ph type="body" idx="1"/>
          </p:nvPr>
        </p:nvSpPr>
        <p:spPr>
          <a:xfrm>
            <a:off x="745066" y="4280958"/>
            <a:ext cx="21031201" cy="7772401"/>
          </a:xfrm>
          <a:prstGeom prst="rect">
            <a:avLst/>
          </a:prstGeom>
        </p:spPr>
        <p:txBody>
          <a:bodyPr lIns="91439" tIns="91439" rIns="91439" bIns="91439"/>
          <a:lstStyle>
            <a:lvl1pPr marL="457200" indent="-457200" defTabSz="1828800">
              <a:lnSpc>
                <a:spcPct val="90000"/>
              </a:lnSpc>
              <a:spcBef>
                <a:spcPts val="2000"/>
              </a:spcBef>
              <a:buClrTx/>
              <a:buSzPct val="100000"/>
              <a:buFontTx/>
              <a:buChar char="▪"/>
              <a:defRPr sz="5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90600" indent="-533400" defTabSz="1828800">
              <a:lnSpc>
                <a:spcPct val="90000"/>
              </a:lnSpc>
              <a:spcBef>
                <a:spcPts val="2000"/>
              </a:spcBef>
              <a:buClrTx/>
              <a:buFontTx/>
              <a:buChar char="▪"/>
              <a:defRPr sz="5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554479" indent="-640079" defTabSz="1828800">
              <a:lnSpc>
                <a:spcPct val="90000"/>
              </a:lnSpc>
              <a:spcBef>
                <a:spcPts val="2000"/>
              </a:spcBef>
              <a:buClrTx/>
              <a:buFontTx/>
              <a:buChar char="▪"/>
              <a:defRPr sz="5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2082800" indent="-711200" defTabSz="1828800">
              <a:lnSpc>
                <a:spcPct val="90000"/>
              </a:lnSpc>
              <a:spcBef>
                <a:spcPts val="2000"/>
              </a:spcBef>
              <a:buClrTx/>
              <a:buFontTx/>
              <a:buChar char="▪"/>
              <a:defRPr sz="5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540000" indent="-711200" defTabSz="1828800">
              <a:lnSpc>
                <a:spcPct val="90000"/>
              </a:lnSpc>
              <a:spcBef>
                <a:spcPts val="2000"/>
              </a:spcBef>
              <a:buClrTx/>
              <a:buFontTx/>
              <a:buChar char="▪"/>
              <a:defRPr sz="5600">
                <a:solidFill>
                  <a:srgbClr val="595959"/>
                </a:solidFill>
                <a:latin typeface="Roboto"/>
                <a:ea typeface="Roboto"/>
                <a:cs typeface="Roboto"/>
                <a:sym typeface="Roboto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656889" y="12894120"/>
            <a:ext cx="534612" cy="528510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>
              <a:defRPr sz="24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ark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object 3"/>
          <p:cNvGrpSpPr/>
          <p:nvPr/>
        </p:nvGrpSpPr>
        <p:grpSpPr>
          <a:xfrm>
            <a:off x="-12704" y="-7151"/>
            <a:ext cx="24409411" cy="13730301"/>
            <a:chOff x="-1" y="-1"/>
            <a:chExt cx="24409410" cy="13730299"/>
          </a:xfrm>
        </p:grpSpPr>
        <p:sp>
          <p:nvSpPr>
            <p:cNvPr id="142" name="Rectangle"/>
            <p:cNvSpPr/>
            <p:nvPr/>
          </p:nvSpPr>
          <p:spPr>
            <a:xfrm>
              <a:off x="12704" y="-2"/>
              <a:ext cx="24396705" cy="13730301"/>
            </a:xfrm>
            <a:prstGeom prst="rect">
              <a:avLst/>
            </a:prstGeom>
            <a:solidFill>
              <a:srgbClr val="002244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t">
              <a:noAutofit/>
            </a:bodyPr>
            <a:lstStyle/>
            <a:p>
              <a:pPr algn="l" defTabSz="457200">
                <a:defRPr sz="1800">
                  <a:solidFill>
                    <a:srgbClr val="002244"/>
                  </a:solidFill>
                  <a:latin typeface="Roboto"/>
                  <a:ea typeface="Roboto"/>
                  <a:cs typeface="Roboto"/>
                  <a:sym typeface="Roboto"/>
                </a:defRPr>
              </a:pPr>
              <a:endParaRPr/>
            </a:p>
          </p:txBody>
        </p:sp>
        <p:sp>
          <p:nvSpPr>
            <p:cNvPr id="143" name="c"/>
            <p:cNvSpPr txBox="1"/>
            <p:nvPr/>
          </p:nvSpPr>
          <p:spPr>
            <a:xfrm>
              <a:off x="-2" y="-1"/>
              <a:ext cx="24396705" cy="419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l" defTabSz="1828431">
                <a:defRPr sz="2800">
                  <a:solidFill>
                    <a:srgbClr val="002244"/>
                  </a:solidFill>
                  <a:latin typeface="Roboto Light"/>
                  <a:ea typeface="Roboto Light"/>
                  <a:cs typeface="Roboto Light"/>
                  <a:sym typeface="Roboto Light"/>
                </a:defRPr>
              </a:lvl1pPr>
            </a:lstStyle>
            <a:p>
              <a:r>
                <a:t>c</a:t>
              </a:r>
            </a:p>
          </p:txBody>
        </p:sp>
      </p:grpSp>
      <p:pic>
        <p:nvPicPr>
          <p:cNvPr id="145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42" y="12683383"/>
            <a:ext cx="3595991" cy="628719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2264117" y="12854307"/>
            <a:ext cx="446441" cy="4470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24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nanc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4"/>
          <p:cNvSpPr/>
          <p:nvPr/>
        </p:nvSpPr>
        <p:spPr>
          <a:xfrm>
            <a:off x="-1" y="12259612"/>
            <a:ext cx="24384001" cy="1456390"/>
          </a:xfrm>
          <a:prstGeom prst="rect">
            <a:avLst/>
          </a:prstGeom>
          <a:solidFill>
            <a:srgbClr val="002244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l" defTabSz="457200">
              <a:defRPr sz="16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54" name="image1.png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41" y="12690112"/>
            <a:ext cx="3595992" cy="628718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7032033" y="12482833"/>
            <a:ext cx="443168" cy="459737"/>
          </a:xfrm>
          <a:prstGeom prst="rect">
            <a:avLst/>
          </a:prstGeom>
        </p:spPr>
        <p:txBody>
          <a:bodyPr lIns="45718" tIns="45718" rIns="45718" bIns="45718" anchor="ctr"/>
          <a:lstStyle>
            <a:lvl1pPr algn="r" defTabSz="457200">
              <a:defRPr sz="2400">
                <a:solidFill>
                  <a:srgbClr val="888888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/>
          <p:nvPr/>
        </p:nvSpPr>
        <p:spPr>
          <a:xfrm>
            <a:off x="0" y="0"/>
            <a:ext cx="24384000" cy="2133600"/>
          </a:xfrm>
          <a:prstGeom prst="rect">
            <a:avLst/>
          </a:prstGeom>
          <a:solidFill>
            <a:srgbClr val="00225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defTabSz="1828800">
              <a:defRPr sz="36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grpSp>
        <p:nvGrpSpPr>
          <p:cNvPr id="5" name="Group 11"/>
          <p:cNvGrpSpPr/>
          <p:nvPr/>
        </p:nvGrpSpPr>
        <p:grpSpPr>
          <a:xfrm>
            <a:off x="21902357" y="250820"/>
            <a:ext cx="1465645" cy="1539879"/>
            <a:chOff x="0" y="0"/>
            <a:chExt cx="1465643" cy="1539878"/>
          </a:xfrm>
        </p:grpSpPr>
        <p:pic>
          <p:nvPicPr>
            <p:cNvPr id="3" name="Benetech logoPicture 9" descr="Benetech logoPicture 9"/>
            <p:cNvPicPr>
              <a:picLocks noChangeAspect="1"/>
            </p:cNvPicPr>
            <p:nvPr/>
          </p:nvPicPr>
          <p:blipFill>
            <a:blip r:embed="rId17"/>
            <a:srcRect l="59445" t="23334" r="21514" b="50000"/>
            <a:stretch>
              <a:fillRect/>
            </a:stretch>
          </p:blipFill>
          <p:spPr>
            <a:xfrm>
              <a:off x="0" y="-1"/>
              <a:ext cx="1465644" cy="15398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" name="Oval 10"/>
            <p:cNvSpPr/>
            <p:nvPr/>
          </p:nvSpPr>
          <p:spPr>
            <a:xfrm>
              <a:off x="19629" y="98425"/>
              <a:ext cx="1423115" cy="1381129"/>
            </a:xfrm>
            <a:prstGeom prst="ellipse">
              <a:avLst/>
            </a:prstGeom>
            <a:noFill/>
            <a:ln w="76200" cap="flat">
              <a:solidFill>
                <a:srgbClr val="00225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defTabSz="1828800">
                <a:defRPr sz="3600">
                  <a:solidFill>
                    <a:srgbClr val="FFFFFF"/>
                  </a:solidFill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  <p:sp>
        <p:nvSpPr>
          <p:cNvPr id="6" name="Title Text"/>
          <p:cNvSpPr txBox="1">
            <a:spLocks noGrp="1"/>
          </p:cNvSpPr>
          <p:nvPr>
            <p:ph type="title"/>
          </p:nvPr>
        </p:nvSpPr>
        <p:spPr>
          <a:xfrm>
            <a:off x="829734" y="1019178"/>
            <a:ext cx="20099868" cy="1047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8" tIns="91438" rIns="91438" bIns="91438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7" name="Body Level One…"/>
          <p:cNvSpPr txBox="1">
            <a:spLocks noGrp="1"/>
          </p:cNvSpPr>
          <p:nvPr>
            <p:ph type="body" idx="1"/>
          </p:nvPr>
        </p:nvSpPr>
        <p:spPr>
          <a:xfrm>
            <a:off x="812800" y="3200400"/>
            <a:ext cx="22555200" cy="9051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8" tIns="91438" rIns="91438" bIns="9143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1234400" y="13106400"/>
            <a:ext cx="873639" cy="861436"/>
          </a:xfrm>
          <a:prstGeom prst="rect">
            <a:avLst/>
          </a:prstGeom>
          <a:ln w="12700">
            <a:miter lim="400000"/>
          </a:ln>
        </p:spPr>
        <p:txBody>
          <a:bodyPr wrap="none" lIns="91438" tIns="91438" rIns="91438" bIns="91438">
            <a:spAutoFit/>
          </a:bodyPr>
          <a:lstStyle>
            <a:lvl1pPr algn="l" defTabSz="1828800"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1pPr>
      <a:lvl2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9144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685800" marR="0" indent="-685800" algn="l" defTabSz="914400" latinLnBrk="0">
        <a:lnSpc>
          <a:spcPct val="100000"/>
        </a:lnSpc>
        <a:spcBef>
          <a:spcPts val="1600"/>
        </a:spcBef>
        <a:spcAft>
          <a:spcPts val="0"/>
        </a:spcAft>
        <a:buClr>
          <a:srgbClr val="CD3D17"/>
        </a:buClr>
        <a:buSzPct val="80000"/>
        <a:buFont typeface="Lucida Grande"/>
        <a:buChar char="●"/>
        <a:tabLst/>
        <a:defRPr sz="48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1pPr>
      <a:lvl2pPr marL="1143000" marR="0" indent="-685800" algn="l" defTabSz="914400" latinLnBrk="0">
        <a:lnSpc>
          <a:spcPct val="100000"/>
        </a:lnSpc>
        <a:spcBef>
          <a:spcPts val="1600"/>
        </a:spcBef>
        <a:spcAft>
          <a:spcPts val="0"/>
        </a:spcAft>
        <a:buClr>
          <a:srgbClr val="CD3D17"/>
        </a:buClr>
        <a:buSzPct val="100000"/>
        <a:buFont typeface="Lucida Grande"/>
        <a:buChar char="–"/>
        <a:tabLst/>
        <a:defRPr sz="48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2pPr>
      <a:lvl3pPr marL="1524000" marR="0" indent="-609600" algn="l" defTabSz="914400" latinLnBrk="0">
        <a:lnSpc>
          <a:spcPct val="100000"/>
        </a:lnSpc>
        <a:spcBef>
          <a:spcPts val="1600"/>
        </a:spcBef>
        <a:spcAft>
          <a:spcPts val="0"/>
        </a:spcAft>
        <a:buClr>
          <a:srgbClr val="CD3D17"/>
        </a:buClr>
        <a:buSzPct val="100000"/>
        <a:buFont typeface="Lucida Grande"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3pPr>
      <a:lvl4pPr marL="1981200" marR="0" indent="-609600" algn="l" defTabSz="914400" latinLnBrk="0">
        <a:lnSpc>
          <a:spcPct val="100000"/>
        </a:lnSpc>
        <a:spcBef>
          <a:spcPts val="1600"/>
        </a:spcBef>
        <a:spcAft>
          <a:spcPts val="0"/>
        </a:spcAft>
        <a:buClr>
          <a:srgbClr val="CD3D17"/>
        </a:buClr>
        <a:buSzPct val="100000"/>
        <a:buFont typeface="Lucida Grande"/>
        <a:buChar char="–"/>
        <a:tabLst/>
        <a:defRPr sz="48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4pPr>
      <a:lvl5pPr marL="2438400" marR="0" indent="-609600" algn="l" defTabSz="914400" latinLnBrk="0">
        <a:lnSpc>
          <a:spcPct val="100000"/>
        </a:lnSpc>
        <a:spcBef>
          <a:spcPts val="1600"/>
        </a:spcBef>
        <a:spcAft>
          <a:spcPts val="0"/>
        </a:spcAft>
        <a:buClr>
          <a:srgbClr val="CD3D17"/>
        </a:buClr>
        <a:buSzPct val="100000"/>
        <a:buFont typeface="Lucida Grande"/>
        <a:buChar char="»"/>
        <a:tabLst/>
        <a:defRPr sz="48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5pPr>
      <a:lvl6pPr marL="5181600" marR="0" indent="-609600" algn="l" defTabSz="914400" latinLnBrk="0">
        <a:lnSpc>
          <a:spcPct val="100000"/>
        </a:lnSpc>
        <a:spcBef>
          <a:spcPts val="1600"/>
        </a:spcBef>
        <a:spcAft>
          <a:spcPts val="0"/>
        </a:spcAft>
        <a:buClr>
          <a:srgbClr val="CD3D17"/>
        </a:buClr>
        <a:buSzPct val="100000"/>
        <a:buFont typeface="Lucida Grande"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6pPr>
      <a:lvl7pPr marL="6096000" marR="0" indent="-609600" algn="l" defTabSz="914400" latinLnBrk="0">
        <a:lnSpc>
          <a:spcPct val="100000"/>
        </a:lnSpc>
        <a:spcBef>
          <a:spcPts val="1600"/>
        </a:spcBef>
        <a:spcAft>
          <a:spcPts val="0"/>
        </a:spcAft>
        <a:buClr>
          <a:srgbClr val="CD3D17"/>
        </a:buClr>
        <a:buSzPct val="100000"/>
        <a:buFont typeface="Lucida Grande"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7pPr>
      <a:lvl8pPr marL="7010400" marR="0" indent="-609600" algn="l" defTabSz="914400" latinLnBrk="0">
        <a:lnSpc>
          <a:spcPct val="100000"/>
        </a:lnSpc>
        <a:spcBef>
          <a:spcPts val="1600"/>
        </a:spcBef>
        <a:spcAft>
          <a:spcPts val="0"/>
        </a:spcAft>
        <a:buClr>
          <a:srgbClr val="CD3D17"/>
        </a:buClr>
        <a:buSzPct val="100000"/>
        <a:buFont typeface="Lucida Grande"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8pPr>
      <a:lvl9pPr marL="7924800" marR="0" indent="-609600" algn="l" defTabSz="914400" latinLnBrk="0">
        <a:lnSpc>
          <a:spcPct val="100000"/>
        </a:lnSpc>
        <a:spcBef>
          <a:spcPts val="1600"/>
        </a:spcBef>
        <a:spcAft>
          <a:spcPts val="0"/>
        </a:spcAft>
        <a:buClr>
          <a:srgbClr val="CD3D17"/>
        </a:buClr>
        <a:buSzPct val="100000"/>
        <a:buFont typeface="Lucida Grande"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18288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Metadata…"/>
          <p:cNvSpPr/>
          <p:nvPr/>
        </p:nvSpPr>
        <p:spPr>
          <a:xfrm>
            <a:off x="599990" y="7183211"/>
            <a:ext cx="22835517" cy="1991944"/>
          </a:xfrm>
          <a:prstGeom prst="rect">
            <a:avLst/>
          </a:prstGeom>
          <a:solidFill>
            <a:srgbClr val="EBEBE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16000" tIns="50800" rIns="50800" bIns="50800" anchor="ctr"/>
          <a:lstStyle/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rPr lang="en-US" noProof="0" dirty="0"/>
              <a:t>Metadata</a:t>
            </a:r>
          </a:p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rPr lang="en-US" noProof="0" dirty="0"/>
              <a:t>Processing</a:t>
            </a:r>
          </a:p>
        </p:txBody>
      </p:sp>
      <p:cxnSp>
        <p:nvCxnSpPr>
          <p:cNvPr id="165" name="Connection Line"/>
          <p:cNvCxnSpPr>
            <a:cxnSpLocks/>
            <a:endCxn id="173" idx="2"/>
          </p:cNvCxnSpPr>
          <p:nvPr/>
        </p:nvCxnSpPr>
        <p:spPr>
          <a:xfrm flipH="1" flipV="1">
            <a:off x="5478386" y="8938854"/>
            <a:ext cx="5154172" cy="1768962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  <a:headEnd type="stealth"/>
          </a:ln>
        </p:spPr>
      </p:cxnSp>
      <p:cxnSp>
        <p:nvCxnSpPr>
          <p:cNvPr id="166" name="Connection Line"/>
          <p:cNvCxnSpPr>
            <a:cxnSpLocks/>
            <a:endCxn id="177" idx="2"/>
          </p:cNvCxnSpPr>
          <p:nvPr/>
        </p:nvCxnSpPr>
        <p:spPr>
          <a:xfrm flipH="1" flipV="1">
            <a:off x="9921132" y="8938854"/>
            <a:ext cx="1732152" cy="1768962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  <a:headEnd type="stealth"/>
          </a:ln>
        </p:spPr>
      </p:cxnSp>
      <p:sp>
        <p:nvSpPr>
          <p:cNvPr id="167" name="Supply…"/>
          <p:cNvSpPr/>
          <p:nvPr/>
        </p:nvSpPr>
        <p:spPr>
          <a:xfrm>
            <a:off x="12565183" y="2469332"/>
            <a:ext cx="10878687" cy="1661515"/>
          </a:xfrm>
          <a:prstGeom prst="rect">
            <a:avLst/>
          </a:prstGeom>
          <a:solidFill>
            <a:srgbClr val="EBEBE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80000" tIns="50800" rIns="180000" bIns="50800" anchor="ctr"/>
          <a:lstStyle/>
          <a:p>
            <a:pPr algn="r" defTabSz="825500">
              <a:defRPr sz="3200" i="1">
                <a:solidFill>
                  <a:srgbClr val="000000"/>
                </a:solidFill>
              </a:defRPr>
            </a:pPr>
            <a:r>
              <a:rPr lang="en-US" noProof="0" dirty="0"/>
              <a:t>Supply</a:t>
            </a:r>
          </a:p>
          <a:p>
            <a:pPr algn="r" defTabSz="825500">
              <a:defRPr sz="3200" i="1">
                <a:solidFill>
                  <a:srgbClr val="000000"/>
                </a:solidFill>
              </a:defRPr>
            </a:pPr>
            <a:r>
              <a:rPr lang="en-US" noProof="0" dirty="0"/>
              <a:t>Chain</a:t>
            </a:r>
          </a:p>
        </p:txBody>
      </p:sp>
      <p:sp>
        <p:nvSpPr>
          <p:cNvPr id="168" name="Accessibility…"/>
          <p:cNvSpPr/>
          <p:nvPr/>
        </p:nvSpPr>
        <p:spPr>
          <a:xfrm>
            <a:off x="599990" y="4616610"/>
            <a:ext cx="22835517" cy="1991943"/>
          </a:xfrm>
          <a:prstGeom prst="rect">
            <a:avLst/>
          </a:prstGeom>
          <a:solidFill>
            <a:srgbClr val="EBEBE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16000" tIns="50800" rIns="50800" bIns="50800" anchor="ctr"/>
          <a:lstStyle/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rPr lang="en-US" noProof="0" dirty="0"/>
              <a:t>Accessibility</a:t>
            </a:r>
          </a:p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rPr lang="en-US" noProof="0" dirty="0"/>
              <a:t>Metadata</a:t>
            </a:r>
          </a:p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rPr lang="en-US" noProof="0" dirty="0"/>
              <a:t>Reference</a:t>
            </a:r>
          </a:p>
        </p:txBody>
      </p:sp>
      <p:sp>
        <p:nvSpPr>
          <p:cNvPr id="169" name="File…"/>
          <p:cNvSpPr/>
          <p:nvPr/>
        </p:nvSpPr>
        <p:spPr>
          <a:xfrm>
            <a:off x="599990" y="2469332"/>
            <a:ext cx="11631797" cy="1661515"/>
          </a:xfrm>
          <a:prstGeom prst="rect">
            <a:avLst/>
          </a:prstGeom>
          <a:solidFill>
            <a:srgbClr val="EBEBEB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16000" tIns="50800" rIns="50800" bIns="50800" anchor="ctr"/>
          <a:lstStyle/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rPr lang="en-US" noProof="0" dirty="0"/>
              <a:t>File</a:t>
            </a:r>
          </a:p>
          <a:p>
            <a:pPr algn="l" defTabSz="825500">
              <a:defRPr sz="3200" i="1">
                <a:solidFill>
                  <a:srgbClr val="000000"/>
                </a:solidFill>
              </a:defRPr>
            </a:pPr>
            <a:r>
              <a:rPr lang="en-US" noProof="0" dirty="0"/>
              <a:t>Format</a:t>
            </a:r>
          </a:p>
        </p:txBody>
      </p:sp>
      <p:sp>
        <p:nvSpPr>
          <p:cNvPr id="172" name="EPUB Accessibility Metadata 1.1"/>
          <p:cNvSpPr/>
          <p:nvPr/>
        </p:nvSpPr>
        <p:spPr>
          <a:xfrm>
            <a:off x="3429493" y="4852911"/>
            <a:ext cx="4097786" cy="1519341"/>
          </a:xfrm>
          <a:prstGeom prst="roundRect">
            <a:avLst>
              <a:gd name="adj" fmla="val 12538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/>
              <a:t>EPUB Accessibility Metadata 1.1</a:t>
            </a:r>
          </a:p>
        </p:txBody>
      </p:sp>
      <p:sp>
        <p:nvSpPr>
          <p:cNvPr id="173" name="Display Techniques for EPUB Accessibility Metadata"/>
          <p:cNvSpPr/>
          <p:nvPr/>
        </p:nvSpPr>
        <p:spPr>
          <a:xfrm>
            <a:off x="3429493" y="7419513"/>
            <a:ext cx="4097786" cy="1519341"/>
          </a:xfrm>
          <a:prstGeom prst="roundRect">
            <a:avLst>
              <a:gd name="adj" fmla="val 12538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8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/>
              <a:t>Display Techniques for EPUB Accessibility Metadata</a:t>
            </a:r>
          </a:p>
        </p:txBody>
      </p:sp>
      <p:cxnSp>
        <p:nvCxnSpPr>
          <p:cNvPr id="174" name="Connection Line"/>
          <p:cNvCxnSpPr>
            <a:cxnSpLocks/>
            <a:stCxn id="172" idx="0"/>
            <a:endCxn id="171" idx="0"/>
          </p:cNvCxnSpPr>
          <p:nvPr/>
        </p:nvCxnSpPr>
        <p:spPr>
          <a:xfrm flipV="1">
            <a:off x="5478386" y="2743489"/>
            <a:ext cx="0" cy="2109422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  <a:headEnd type="stealth"/>
          </a:ln>
        </p:spPr>
      </p:cxnSp>
      <p:sp>
        <p:nvSpPr>
          <p:cNvPr id="176" name="PDF/UA-1…"/>
          <p:cNvSpPr/>
          <p:nvPr/>
        </p:nvSpPr>
        <p:spPr>
          <a:xfrm>
            <a:off x="7872239" y="4852911"/>
            <a:ext cx="4097786" cy="1519341"/>
          </a:xfrm>
          <a:prstGeom prst="roundRect">
            <a:avLst>
              <a:gd name="adj" fmla="val 12538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l" defTabSz="825500">
              <a:defRPr sz="2600">
                <a:solidFill>
                  <a:srgbClr val="92929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en-US" noProof="0" dirty="0">
                <a:solidFill>
                  <a:srgbClr val="000000"/>
                </a:solidFill>
              </a:rPr>
              <a:t>- PDF/UA metadata</a:t>
            </a:r>
          </a:p>
          <a:p>
            <a:pPr algn="l" defTabSz="825500">
              <a:defRPr sz="2600">
                <a:solidFill>
                  <a:srgbClr val="92929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en-US" sz="2600" noProof="0" dirty="0">
                <a:solidFill>
                  <a:srgbClr val="000000"/>
                </a:solidFill>
                <a:sym typeface="Helvetica Neue Medium"/>
              </a:rPr>
              <a:t>- </a:t>
            </a:r>
            <a:r>
              <a:rPr lang="en-US" sz="2600" spc="-150" noProof="0" dirty="0">
                <a:solidFill>
                  <a:srgbClr val="000000"/>
                </a:solidFill>
                <a:sym typeface="Helvetica Neue Medium"/>
              </a:rPr>
              <a:t>Including Custom Metadata Structures in PDF</a:t>
            </a:r>
          </a:p>
        </p:txBody>
      </p:sp>
      <p:sp>
        <p:nvSpPr>
          <p:cNvPr id="177" name="Display Techniques for PDF Accessibility Metadata"/>
          <p:cNvSpPr/>
          <p:nvPr/>
        </p:nvSpPr>
        <p:spPr>
          <a:xfrm>
            <a:off x="7872239" y="7419513"/>
            <a:ext cx="4097786" cy="1519341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ysDot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800">
                <a:solidFill>
                  <a:srgbClr val="92929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>
                <a:solidFill>
                  <a:srgbClr val="000000"/>
                </a:solidFill>
              </a:rPr>
              <a:t>Display Techniques for PDF Accessibility Metadata</a:t>
            </a:r>
          </a:p>
        </p:txBody>
      </p:sp>
      <p:cxnSp>
        <p:nvCxnSpPr>
          <p:cNvPr id="178" name="Connection Line"/>
          <p:cNvCxnSpPr>
            <a:cxnSpLocks/>
          </p:cNvCxnSpPr>
          <p:nvPr/>
        </p:nvCxnSpPr>
        <p:spPr>
          <a:xfrm flipV="1">
            <a:off x="9921132" y="3798200"/>
            <a:ext cx="0" cy="1022962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  <a:headEnd type="stealth"/>
          </a:ln>
        </p:spPr>
      </p:cxnSp>
      <p:cxnSp>
        <p:nvCxnSpPr>
          <p:cNvPr id="179" name="Connection Line"/>
          <p:cNvCxnSpPr>
            <a:cxnSpLocks/>
            <a:stCxn id="177" idx="0"/>
            <a:endCxn id="176" idx="2"/>
          </p:cNvCxnSpPr>
          <p:nvPr/>
        </p:nvCxnSpPr>
        <p:spPr>
          <a:xfrm flipV="1">
            <a:off x="9921132" y="6372252"/>
            <a:ext cx="0" cy="1047261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  <a:headEnd type="stealth"/>
          </a:ln>
        </p:spPr>
      </p:cxnSp>
      <p:sp>
        <p:nvSpPr>
          <p:cNvPr id="180" name="ONIX Records"/>
          <p:cNvSpPr/>
          <p:nvPr/>
        </p:nvSpPr>
        <p:spPr>
          <a:xfrm>
            <a:off x="12863275" y="2743489"/>
            <a:ext cx="4144551" cy="1113201"/>
          </a:xfrm>
          <a:prstGeom prst="roundRect">
            <a:avLst>
              <a:gd name="adj" fmla="val 17113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/>
              <a:t>ONIX Records</a:t>
            </a:r>
          </a:p>
        </p:txBody>
      </p:sp>
      <p:sp>
        <p:nvSpPr>
          <p:cNvPr id="181" name="‘Providing accessibility metadata in ONIX (advanced)’"/>
          <p:cNvSpPr/>
          <p:nvPr/>
        </p:nvSpPr>
        <p:spPr>
          <a:xfrm>
            <a:off x="12863275" y="4852911"/>
            <a:ext cx="4144551" cy="1519341"/>
          </a:xfrm>
          <a:prstGeom prst="roundRect">
            <a:avLst>
              <a:gd name="adj" fmla="val 12538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800" i="1">
                <a:solidFill>
                  <a:srgbClr val="000000"/>
                </a:solidFill>
              </a:defRPr>
            </a:lvl1pPr>
          </a:lstStyle>
          <a:p>
            <a:pPr>
              <a:defRPr i="0"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en-US" i="1" noProof="0" dirty="0">
                <a:latin typeface="+mn-lt"/>
                <a:ea typeface="+mn-ea"/>
                <a:cs typeface="+mn-cs"/>
                <a:sym typeface="Helvetica Neue"/>
              </a:rPr>
              <a:t>‘Providing accessibility metadata in ONIX (advanced)’</a:t>
            </a:r>
          </a:p>
        </p:txBody>
      </p:sp>
      <p:cxnSp>
        <p:nvCxnSpPr>
          <p:cNvPr id="183" name="Connection Line"/>
          <p:cNvCxnSpPr>
            <a:cxnSpLocks/>
            <a:stCxn id="181" idx="0"/>
            <a:endCxn id="180" idx="2"/>
          </p:cNvCxnSpPr>
          <p:nvPr/>
        </p:nvCxnSpPr>
        <p:spPr>
          <a:xfrm flipV="1">
            <a:off x="14935551" y="3856690"/>
            <a:ext cx="0" cy="996221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  <a:headEnd type="stealth"/>
          </a:ln>
        </p:spPr>
      </p:cxnSp>
      <p:cxnSp>
        <p:nvCxnSpPr>
          <p:cNvPr id="184" name="Connection Line"/>
          <p:cNvCxnSpPr>
            <a:cxnSpLocks/>
            <a:stCxn id="182" idx="0"/>
          </p:cNvCxnSpPr>
          <p:nvPr/>
        </p:nvCxnSpPr>
        <p:spPr>
          <a:xfrm flipH="1" flipV="1">
            <a:off x="14935550" y="6372252"/>
            <a:ext cx="1" cy="1047261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  <a:headEnd type="stealth"/>
          </a:ln>
        </p:spPr>
      </p:cxnSp>
      <p:sp>
        <p:nvSpPr>
          <p:cNvPr id="185" name="Digital Publication Ecosystem"/>
          <p:cNvSpPr txBox="1"/>
          <p:nvPr/>
        </p:nvSpPr>
        <p:spPr>
          <a:xfrm>
            <a:off x="599990" y="707403"/>
            <a:ext cx="22835517" cy="1087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defTabSz="825500">
              <a:defRPr sz="64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/>
              <a:t>Digital Publication Ecosystem</a:t>
            </a:r>
          </a:p>
        </p:txBody>
      </p:sp>
      <p:sp>
        <p:nvSpPr>
          <p:cNvPr id="186" name="MARC Records"/>
          <p:cNvSpPr/>
          <p:nvPr/>
        </p:nvSpPr>
        <p:spPr>
          <a:xfrm>
            <a:off x="17350708" y="2743489"/>
            <a:ext cx="4144551" cy="1113201"/>
          </a:xfrm>
          <a:prstGeom prst="roundRect">
            <a:avLst>
              <a:gd name="adj" fmla="val 1711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92929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>
                <a:solidFill>
                  <a:srgbClr val="000000"/>
                </a:solidFill>
              </a:rPr>
              <a:t>MARC Records</a:t>
            </a:r>
          </a:p>
        </p:txBody>
      </p:sp>
      <p:sp>
        <p:nvSpPr>
          <p:cNvPr id="188" name="MARC record fields:…"/>
          <p:cNvSpPr/>
          <p:nvPr/>
        </p:nvSpPr>
        <p:spPr>
          <a:xfrm>
            <a:off x="17374091" y="4852911"/>
            <a:ext cx="4097785" cy="1519341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marL="1209039" indent="-1209039" algn="l" defTabSz="457200">
              <a:defRPr sz="2500">
                <a:solidFill>
                  <a:srgbClr val="92929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en-US" noProof="0" dirty="0">
                <a:solidFill>
                  <a:srgbClr val="000000"/>
                </a:solidFill>
              </a:rPr>
              <a:t>MARC record fields:</a:t>
            </a:r>
          </a:p>
          <a:p>
            <a:pPr marL="1209039" indent="-1209039" algn="l" defTabSz="457200">
              <a:defRPr sz="2500">
                <a:solidFill>
                  <a:srgbClr val="92929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en-US" spc="-150" noProof="0" dirty="0">
                <a:solidFill>
                  <a:srgbClr val="000000"/>
                </a:solidFill>
              </a:rPr>
              <a:t>- 341 Accessibility Content</a:t>
            </a:r>
          </a:p>
          <a:p>
            <a:pPr marL="1209039" indent="-1209039" algn="l" defTabSz="457200">
              <a:defRPr sz="2500">
                <a:solidFill>
                  <a:srgbClr val="92929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rPr lang="en-US" noProof="0" dirty="0">
                <a:solidFill>
                  <a:srgbClr val="000000"/>
                </a:solidFill>
              </a:rPr>
              <a:t>- 532 Accessibility Note</a:t>
            </a:r>
          </a:p>
        </p:txBody>
      </p:sp>
      <p:sp>
        <p:nvSpPr>
          <p:cNvPr id="195" name="Connection Line"/>
          <p:cNvSpPr/>
          <p:nvPr/>
        </p:nvSpPr>
        <p:spPr>
          <a:xfrm>
            <a:off x="5491157" y="6369523"/>
            <a:ext cx="16432" cy="10182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88900">
            <a:solidFill>
              <a:srgbClr val="000000"/>
            </a:solidFill>
            <a:miter lim="400000"/>
            <a:headEnd type="stealth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6" name="Connection Line"/>
          <p:cNvSpPr/>
          <p:nvPr/>
        </p:nvSpPr>
        <p:spPr>
          <a:xfrm>
            <a:off x="19422983" y="6363482"/>
            <a:ext cx="1" cy="10242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306" h="21600" extrusionOk="0">
                <a:moveTo>
                  <a:pt x="11477" y="21600"/>
                </a:moveTo>
                <a:cubicBezTo>
                  <a:pt x="-5294" y="14400"/>
                  <a:pt x="-3684" y="7200"/>
                  <a:pt x="16306" y="0"/>
                </a:cubicBezTo>
              </a:path>
            </a:pathLst>
          </a:custGeom>
          <a:ln w="88900">
            <a:solidFill>
              <a:srgbClr val="000000"/>
            </a:solidFill>
            <a:miter lim="400000"/>
            <a:headEnd type="stealth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7" name="Connection Line"/>
          <p:cNvSpPr/>
          <p:nvPr/>
        </p:nvSpPr>
        <p:spPr>
          <a:xfrm>
            <a:off x="19422983" y="3873830"/>
            <a:ext cx="1" cy="9473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6439" h="21600" extrusionOk="0">
                <a:moveTo>
                  <a:pt x="9472" y="21600"/>
                </a:moveTo>
                <a:cubicBezTo>
                  <a:pt x="-5161" y="14400"/>
                  <a:pt x="-2839" y="7200"/>
                  <a:pt x="16439" y="0"/>
                </a:cubicBezTo>
              </a:path>
            </a:pathLst>
          </a:custGeom>
          <a:ln w="88900">
            <a:solidFill>
              <a:srgbClr val="000000"/>
            </a:solidFill>
            <a:miter lim="400000"/>
            <a:headEnd type="stealth"/>
          </a:ln>
        </p:spPr>
        <p:txBody>
          <a:bodyPr/>
          <a:lstStyle/>
          <a:p>
            <a:endParaRPr lang="en-US" noProof="0" dirty="0"/>
          </a:p>
        </p:txBody>
      </p:sp>
      <p:sp>
        <p:nvSpPr>
          <p:cNvPr id="192" name="Denotes coming in the future"/>
          <p:cNvSpPr/>
          <p:nvPr/>
        </p:nvSpPr>
        <p:spPr>
          <a:xfrm>
            <a:off x="20690197" y="11267539"/>
            <a:ext cx="2745310" cy="959618"/>
          </a:xfrm>
          <a:prstGeom prst="roundRect">
            <a:avLst>
              <a:gd name="adj" fmla="val 13150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ysDot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100" i="1">
                <a:solidFill>
                  <a:srgbClr val="000000"/>
                </a:solidFill>
              </a:defRPr>
            </a:lvl1pPr>
          </a:lstStyle>
          <a:p>
            <a:r>
              <a:rPr lang="en-US" noProof="0" dirty="0"/>
              <a:t>Denotes coming in the future</a:t>
            </a:r>
          </a:p>
        </p:txBody>
      </p:sp>
      <p:cxnSp>
        <p:nvCxnSpPr>
          <p:cNvPr id="193" name="Connection Line"/>
          <p:cNvCxnSpPr>
            <a:cxnSpLocks/>
            <a:endCxn id="182" idx="2"/>
          </p:cNvCxnSpPr>
          <p:nvPr/>
        </p:nvCxnSpPr>
        <p:spPr>
          <a:xfrm flipV="1">
            <a:off x="12730718" y="8938854"/>
            <a:ext cx="2204833" cy="1768962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  <a:headEnd type="stealth"/>
          </a:ln>
        </p:spPr>
      </p:cxnSp>
      <p:cxnSp>
        <p:nvCxnSpPr>
          <p:cNvPr id="194" name="Connection Line"/>
          <p:cNvCxnSpPr>
            <a:cxnSpLocks/>
            <a:endCxn id="187" idx="2"/>
          </p:cNvCxnSpPr>
          <p:nvPr/>
        </p:nvCxnSpPr>
        <p:spPr>
          <a:xfrm flipV="1">
            <a:off x="13751444" y="8938854"/>
            <a:ext cx="5671540" cy="1768962"/>
          </a:xfrm>
          <a:prstGeom prst="straightConnector1">
            <a:avLst/>
          </a:prstGeom>
          <a:ln w="88900">
            <a:solidFill>
              <a:srgbClr val="000000"/>
            </a:solidFill>
            <a:miter lim="400000"/>
            <a:headEnd type="stealth"/>
          </a:ln>
        </p:spPr>
      </p:cxnSp>
      <p:sp>
        <p:nvSpPr>
          <p:cNvPr id="171" name="EPUB"/>
          <p:cNvSpPr/>
          <p:nvPr/>
        </p:nvSpPr>
        <p:spPr>
          <a:xfrm>
            <a:off x="3429493" y="2743489"/>
            <a:ext cx="4097786" cy="1113202"/>
          </a:xfrm>
          <a:prstGeom prst="roundRect">
            <a:avLst>
              <a:gd name="adj" fmla="val 17113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/>
              <a:t>EPUB</a:t>
            </a:r>
          </a:p>
        </p:txBody>
      </p:sp>
      <p:sp>
        <p:nvSpPr>
          <p:cNvPr id="175" name="PDF"/>
          <p:cNvSpPr/>
          <p:nvPr/>
        </p:nvSpPr>
        <p:spPr>
          <a:xfrm>
            <a:off x="7848856" y="2743489"/>
            <a:ext cx="4144552" cy="1113201"/>
          </a:xfrm>
          <a:prstGeom prst="roundRect">
            <a:avLst>
              <a:gd name="adj" fmla="val 17113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olid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3200">
                <a:solidFill>
                  <a:srgbClr val="92929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>
                <a:solidFill>
                  <a:srgbClr val="000000"/>
                </a:solidFill>
              </a:rPr>
              <a:t>PDF</a:t>
            </a:r>
          </a:p>
        </p:txBody>
      </p:sp>
      <p:sp>
        <p:nvSpPr>
          <p:cNvPr id="182" name="Display Techniques for ONIX Accessibility Metadata"/>
          <p:cNvSpPr/>
          <p:nvPr/>
        </p:nvSpPr>
        <p:spPr>
          <a:xfrm>
            <a:off x="12886658" y="7419513"/>
            <a:ext cx="4097785" cy="1519341"/>
          </a:xfrm>
          <a:prstGeom prst="roundRect">
            <a:avLst>
              <a:gd name="adj" fmla="val 12538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8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/>
              <a:t>Display Techniques for ONIX Accessibility Metadata</a:t>
            </a:r>
          </a:p>
        </p:txBody>
      </p:sp>
      <p:sp>
        <p:nvSpPr>
          <p:cNvPr id="187" name="Crosswalk aligning MARC record fields with a11y Metadata source"/>
          <p:cNvSpPr/>
          <p:nvPr/>
        </p:nvSpPr>
        <p:spPr>
          <a:xfrm>
            <a:off x="17374091" y="7419513"/>
            <a:ext cx="4097785" cy="1519341"/>
          </a:xfrm>
          <a:prstGeom prst="roundRect">
            <a:avLst>
              <a:gd name="adj" fmla="val 12397"/>
            </a:avLst>
          </a:prstGeom>
          <a:solidFill>
            <a:srgbClr val="FFFFFF"/>
          </a:solidFill>
          <a:ln w="63500">
            <a:solidFill>
              <a:srgbClr val="000000"/>
            </a:solidFill>
            <a:prstDash val="sysDot"/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300">
                <a:solidFill>
                  <a:srgbClr val="929292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>
                <a:solidFill>
                  <a:srgbClr val="000000"/>
                </a:solidFill>
              </a:rPr>
              <a:t>Crosswalk aligning MARC record fields with a11y Metadata source</a:t>
            </a:r>
          </a:p>
        </p:txBody>
      </p:sp>
      <p:sp>
        <p:nvSpPr>
          <p:cNvPr id="170" name="Accessibility Metadata Display Guide for Digital Publications"/>
          <p:cNvSpPr/>
          <p:nvPr/>
        </p:nvSpPr>
        <p:spPr>
          <a:xfrm>
            <a:off x="6994514" y="10707816"/>
            <a:ext cx="10394972" cy="1519341"/>
          </a:xfrm>
          <a:prstGeom prst="roundRect">
            <a:avLst>
              <a:gd name="adj" fmla="val 12538"/>
            </a:avLst>
          </a:prstGeom>
          <a:solidFill>
            <a:srgbClr val="FFFFFF"/>
          </a:solidFill>
          <a:ln w="635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825500">
              <a:defRPr sz="28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rPr lang="en-US" noProof="0" dirty="0"/>
              <a:t>Accessibility Metadata Display Guide for Digital Publications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94</Words>
  <Application>Microsoft Macintosh PowerPoint</Application>
  <PresentationFormat>Personalizzato</PresentationFormat>
  <Paragraphs>27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1" baseType="lpstr">
      <vt:lpstr>Arial</vt:lpstr>
      <vt:lpstr>Arial Black</vt:lpstr>
      <vt:lpstr>Calibri</vt:lpstr>
      <vt:lpstr>Gill Sans</vt:lpstr>
      <vt:lpstr>Helvetica</vt:lpstr>
      <vt:lpstr>Helvetica Neue</vt:lpstr>
      <vt:lpstr>Helvetica Neue Medium</vt:lpstr>
      <vt:lpstr>Lucida Grande</vt:lpstr>
      <vt:lpstr>Roboto</vt:lpstr>
      <vt:lpstr>21_BasicWhite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Gregorio Pellegrino - Fondazione LIA</cp:lastModifiedBy>
  <cp:revision>4</cp:revision>
  <dcterms:modified xsi:type="dcterms:W3CDTF">2025-12-18T11:50:00Z</dcterms:modified>
</cp:coreProperties>
</file>